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60" d="100"/>
          <a:sy n="160" d="100"/>
        </p:scale>
        <p:origin x="-1038" y="5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957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664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457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870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123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024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82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665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033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105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707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98FCA-5300-4ADE-8753-354CA8C5F3A2}" type="datetimeFigureOut">
              <a:rPr lang="es-CL" smtClean="0"/>
              <a:t>10-12-2021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D6DAB-4899-4BE9-A800-6EBE9BED73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039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7836"/>
          <a:stretch/>
        </p:blipFill>
        <p:spPr bwMode="auto">
          <a:xfrm>
            <a:off x="25538" y="116633"/>
            <a:ext cx="9223194" cy="60787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Sol"/>
          <p:cNvSpPr/>
          <p:nvPr/>
        </p:nvSpPr>
        <p:spPr>
          <a:xfrm>
            <a:off x="2289720" y="2781752"/>
            <a:ext cx="45720" cy="45720"/>
          </a:xfrm>
          <a:prstGeom prst="su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Flecha izquierda"/>
          <p:cNvSpPr/>
          <p:nvPr/>
        </p:nvSpPr>
        <p:spPr>
          <a:xfrm rot="20216708">
            <a:off x="2344947" y="2601874"/>
            <a:ext cx="576064" cy="14401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429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home</dc:creator>
  <cp:lastModifiedBy>home</cp:lastModifiedBy>
  <cp:revision>2</cp:revision>
  <dcterms:created xsi:type="dcterms:W3CDTF">2021-12-10T14:08:21Z</dcterms:created>
  <dcterms:modified xsi:type="dcterms:W3CDTF">2021-12-10T14:18:26Z</dcterms:modified>
</cp:coreProperties>
</file>